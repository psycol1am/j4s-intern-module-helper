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9D1677-6BE7-4684-A3D8-890A2382A4B3}" v="3" dt="2025-05-26T21:33:30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 Cui" userId="899411c0-b58d-4913-99c4-d4ab068dc326" providerId="ADAL" clId="{D99D1677-6BE7-4684-A3D8-890A2382A4B3}"/>
    <pc:docChg chg="undo custSel addSld delSld modSld">
      <pc:chgData name="Xia Cui" userId="899411c0-b58d-4913-99c4-d4ab068dc326" providerId="ADAL" clId="{D99D1677-6BE7-4684-A3D8-890A2382A4B3}" dt="2025-05-26T21:54:52.260" v="1268" actId="33524"/>
      <pc:docMkLst>
        <pc:docMk/>
      </pc:docMkLst>
      <pc:sldChg chg="modSp mod">
        <pc:chgData name="Xia Cui" userId="899411c0-b58d-4913-99c4-d4ab068dc326" providerId="ADAL" clId="{D99D1677-6BE7-4684-A3D8-890A2382A4B3}" dt="2025-05-26T21:25:13.174" v="38" actId="20577"/>
        <pc:sldMkLst>
          <pc:docMk/>
          <pc:sldMk cId="3201870576" sldId="256"/>
        </pc:sldMkLst>
        <pc:spChg chg="mod">
          <ac:chgData name="Xia Cui" userId="899411c0-b58d-4913-99c4-d4ab068dc326" providerId="ADAL" clId="{D99D1677-6BE7-4684-A3D8-890A2382A4B3}" dt="2025-05-26T21:25:08.991" v="31" actId="404"/>
          <ac:spMkLst>
            <pc:docMk/>
            <pc:sldMk cId="3201870576" sldId="256"/>
            <ac:spMk id="2" creationId="{F4526314-B0A4-2728-3878-78B1DF87F60F}"/>
          </ac:spMkLst>
        </pc:spChg>
        <pc:spChg chg="mod">
          <ac:chgData name="Xia Cui" userId="899411c0-b58d-4913-99c4-d4ab068dc326" providerId="ADAL" clId="{D99D1677-6BE7-4684-A3D8-890A2382A4B3}" dt="2025-05-26T21:25:13.174" v="38" actId="20577"/>
          <ac:spMkLst>
            <pc:docMk/>
            <pc:sldMk cId="3201870576" sldId="256"/>
            <ac:spMk id="3" creationId="{059C4D24-F4BD-6FD2-66A4-3DBF311145B8}"/>
          </ac:spMkLst>
        </pc:spChg>
      </pc:sldChg>
      <pc:sldChg chg="addSp delSp modSp mod modClrScheme chgLayout">
        <pc:chgData name="Xia Cui" userId="899411c0-b58d-4913-99c4-d4ab068dc326" providerId="ADAL" clId="{D99D1677-6BE7-4684-A3D8-890A2382A4B3}" dt="2025-05-26T21:54:52.260" v="1268" actId="33524"/>
        <pc:sldMkLst>
          <pc:docMk/>
          <pc:sldMk cId="1775136898" sldId="257"/>
        </pc:sldMkLst>
        <pc:spChg chg="mod ord">
          <ac:chgData name="Xia Cui" userId="899411c0-b58d-4913-99c4-d4ab068dc326" providerId="ADAL" clId="{D99D1677-6BE7-4684-A3D8-890A2382A4B3}" dt="2025-05-26T21:33:38.289" v="91" actId="700"/>
          <ac:spMkLst>
            <pc:docMk/>
            <pc:sldMk cId="1775136898" sldId="257"/>
            <ac:spMk id="2" creationId="{8F3810CC-A7D9-C71C-59DE-F13FFBDCC631}"/>
          </ac:spMkLst>
        </pc:spChg>
        <pc:spChg chg="mod ord">
          <ac:chgData name="Xia Cui" userId="899411c0-b58d-4913-99c4-d4ab068dc326" providerId="ADAL" clId="{D99D1677-6BE7-4684-A3D8-890A2382A4B3}" dt="2025-05-26T21:33:38.289" v="91" actId="700"/>
          <ac:spMkLst>
            <pc:docMk/>
            <pc:sldMk cId="1775136898" sldId="257"/>
            <ac:spMk id="3" creationId="{655D0422-5F97-ADC2-28C1-0066ADBD9182}"/>
          </ac:spMkLst>
        </pc:spChg>
        <pc:spChg chg="add del mod">
          <ac:chgData name="Xia Cui" userId="899411c0-b58d-4913-99c4-d4ab068dc326" providerId="ADAL" clId="{D99D1677-6BE7-4684-A3D8-890A2382A4B3}" dt="2025-05-26T21:33:33.543" v="90" actId="478"/>
          <ac:spMkLst>
            <pc:docMk/>
            <pc:sldMk cId="1775136898" sldId="257"/>
            <ac:spMk id="4" creationId="{1D699B85-DC1A-D91C-D6C6-BE26B227718C}"/>
          </ac:spMkLst>
        </pc:spChg>
        <pc:spChg chg="add mod ord">
          <ac:chgData name="Xia Cui" userId="899411c0-b58d-4913-99c4-d4ab068dc326" providerId="ADAL" clId="{D99D1677-6BE7-4684-A3D8-890A2382A4B3}" dt="2025-05-26T21:54:52.260" v="1268" actId="33524"/>
          <ac:spMkLst>
            <pc:docMk/>
            <pc:sldMk cId="1775136898" sldId="257"/>
            <ac:spMk id="5" creationId="{8D80FB15-64DB-3F1B-CB33-493B06CD43E2}"/>
          </ac:spMkLst>
        </pc:spChg>
      </pc:sldChg>
      <pc:sldChg chg="modSp new mod">
        <pc:chgData name="Xia Cui" userId="899411c0-b58d-4913-99c4-d4ab068dc326" providerId="ADAL" clId="{D99D1677-6BE7-4684-A3D8-890A2382A4B3}" dt="2025-05-26T21:52:54.656" v="1077" actId="20577"/>
        <pc:sldMkLst>
          <pc:docMk/>
          <pc:sldMk cId="1448169087" sldId="258"/>
        </pc:sldMkLst>
        <pc:spChg chg="mod">
          <ac:chgData name="Xia Cui" userId="899411c0-b58d-4913-99c4-d4ab068dc326" providerId="ADAL" clId="{D99D1677-6BE7-4684-A3D8-890A2382A4B3}" dt="2025-05-26T21:34:35.749" v="187" actId="20577"/>
          <ac:spMkLst>
            <pc:docMk/>
            <pc:sldMk cId="1448169087" sldId="258"/>
            <ac:spMk id="2" creationId="{955A86EB-08C8-F37C-AABE-6A430CE7AAB3}"/>
          </ac:spMkLst>
        </pc:spChg>
        <pc:spChg chg="mod">
          <ac:chgData name="Xia Cui" userId="899411c0-b58d-4913-99c4-d4ab068dc326" providerId="ADAL" clId="{D99D1677-6BE7-4684-A3D8-890A2382A4B3}" dt="2025-05-26T21:52:54.656" v="1077" actId="20577"/>
          <ac:spMkLst>
            <pc:docMk/>
            <pc:sldMk cId="1448169087" sldId="258"/>
            <ac:spMk id="3" creationId="{C50B73A2-F456-8384-6E87-53252BCF3D4C}"/>
          </ac:spMkLst>
        </pc:spChg>
        <pc:spChg chg="mod">
          <ac:chgData name="Xia Cui" userId="899411c0-b58d-4913-99c4-d4ab068dc326" providerId="ADAL" clId="{D99D1677-6BE7-4684-A3D8-890A2382A4B3}" dt="2025-05-26T21:52:36.343" v="1045" actId="20577"/>
          <ac:spMkLst>
            <pc:docMk/>
            <pc:sldMk cId="1448169087" sldId="258"/>
            <ac:spMk id="4" creationId="{1079F4CB-3CCA-B721-AC75-90F1B6B221EE}"/>
          </ac:spMkLst>
        </pc:spChg>
      </pc:sldChg>
      <pc:sldChg chg="addSp delSp modSp new del mod modClrScheme chgLayout">
        <pc:chgData name="Xia Cui" userId="899411c0-b58d-4913-99c4-d4ab068dc326" providerId="ADAL" clId="{D99D1677-6BE7-4684-A3D8-890A2382A4B3}" dt="2025-05-26T21:53:10.752" v="1078" actId="47"/>
        <pc:sldMkLst>
          <pc:docMk/>
          <pc:sldMk cId="1101756039" sldId="259"/>
        </pc:sldMkLst>
        <pc:spChg chg="del mod ord">
          <ac:chgData name="Xia Cui" userId="899411c0-b58d-4913-99c4-d4ab068dc326" providerId="ADAL" clId="{D99D1677-6BE7-4684-A3D8-890A2382A4B3}" dt="2025-05-26T21:34:29.246" v="186" actId="700"/>
          <ac:spMkLst>
            <pc:docMk/>
            <pc:sldMk cId="1101756039" sldId="259"/>
            <ac:spMk id="2" creationId="{898D142A-2933-E290-3331-D100FFE1445E}"/>
          </ac:spMkLst>
        </pc:spChg>
        <pc:spChg chg="del mod ord">
          <ac:chgData name="Xia Cui" userId="899411c0-b58d-4913-99c4-d4ab068dc326" providerId="ADAL" clId="{D99D1677-6BE7-4684-A3D8-890A2382A4B3}" dt="2025-05-26T21:34:29.246" v="186" actId="700"/>
          <ac:spMkLst>
            <pc:docMk/>
            <pc:sldMk cId="1101756039" sldId="259"/>
            <ac:spMk id="3" creationId="{C7BDCE06-2A33-5061-6D4F-4C0568164BE5}"/>
          </ac:spMkLst>
        </pc:spChg>
        <pc:spChg chg="del">
          <ac:chgData name="Xia Cui" userId="899411c0-b58d-4913-99c4-d4ab068dc326" providerId="ADAL" clId="{D99D1677-6BE7-4684-A3D8-890A2382A4B3}" dt="2025-05-26T21:34:29.246" v="186" actId="700"/>
          <ac:spMkLst>
            <pc:docMk/>
            <pc:sldMk cId="1101756039" sldId="259"/>
            <ac:spMk id="4" creationId="{5833324F-A55C-AC32-C010-F287D3600CCC}"/>
          </ac:spMkLst>
        </pc:spChg>
        <pc:spChg chg="add mod ord">
          <ac:chgData name="Xia Cui" userId="899411c0-b58d-4913-99c4-d4ab068dc326" providerId="ADAL" clId="{D99D1677-6BE7-4684-A3D8-890A2382A4B3}" dt="2025-05-26T21:34:40.026" v="199" actId="20577"/>
          <ac:spMkLst>
            <pc:docMk/>
            <pc:sldMk cId="1101756039" sldId="259"/>
            <ac:spMk id="5" creationId="{31C2CD52-7269-2656-BAE0-F187A0E216D6}"/>
          </ac:spMkLst>
        </pc:spChg>
        <pc:spChg chg="add mod ord">
          <ac:chgData name="Xia Cui" userId="899411c0-b58d-4913-99c4-d4ab068dc326" providerId="ADAL" clId="{D99D1677-6BE7-4684-A3D8-890A2382A4B3}" dt="2025-05-26T21:34:54.381" v="241" actId="20577"/>
          <ac:spMkLst>
            <pc:docMk/>
            <pc:sldMk cId="1101756039" sldId="259"/>
            <ac:spMk id="6" creationId="{269C64D5-F0F1-A2E8-5C35-376AFB88F1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A7BD-1E33-B051-9972-6421364B0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A0B6C-4DD6-24F6-B322-20DE72F93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4521-7C90-5D5F-F035-7A703D86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264C8-8D88-D632-553D-E0CEAD5EE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2413F-AB73-7022-5D5F-336797FC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39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C190-683D-222C-AD10-283FF90BD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551A5-21DC-BB22-113F-D567DCEBE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9B94F-B920-560A-8006-81F4E56A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E4EA9-DA08-3751-2B5C-97C9AB3B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1387-68B6-C1CD-EC03-AE2DDB53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19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F548-C4E7-F88A-7D1A-95A06F99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DBBED-80AD-1E62-6E8D-0CAC014A8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2ADCE-E534-F578-68CC-E3DFE06B1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27A59-FA66-359A-2F7D-29CCA847D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955AF-D6FF-23F8-9C4A-5D6CBEC5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25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046D-1868-E476-ECEE-7258E0EFB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A710-19A4-FBAE-056F-2C4B409B3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1BED1-8096-5C24-73AF-90B1B64C8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E7AD0-99AC-6A0D-51BA-82791C4E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7A2D5-10FF-E179-346B-6762A411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F39A0-67DF-4D8E-B97F-57C7B1E5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75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E7FC-DE7D-02CC-0ED7-6B3518371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4095F-7353-F49F-5298-ABE6B260B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DD720-7BBF-32A4-DF10-B2289990D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A0CA6-8FA3-7444-3FC0-12C1D08C9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C3CE8-FB9C-CED8-5299-57467FC0F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6B95A-B926-5AEE-B827-4948FE2F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38171-3C85-9FF3-7B3B-43D77005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5997A-D752-AE3E-AE3B-3A66BF27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61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E6164-D9BC-8877-1505-030FF4CD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9B653-63EE-38A4-311A-CDF1799E3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3D31D-5852-15A6-A9A5-CB619E6E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1A143-DA17-6EDC-D6F4-3BC5F296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49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84D660-AD43-436A-7E79-0F3ABF31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3A30CB-6F42-DB03-51DA-383B28C3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42B7E-F89E-A213-CC44-815FB2B0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6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0CA5-A6EC-8ED3-760D-C08C8F7D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92DD3-64F3-82D9-5FC0-00B4CD85E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8B50A-B81C-84AA-E970-EDB04E6B3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89FED-7E55-0DD1-3983-F2387122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040AF-7A53-5935-096B-5B3399DC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868F0-3B09-D26B-6A05-37424656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61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98FD-AFE6-4C88-B6BC-C1FEDC341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45E65-BB42-925D-5CEE-6EFAED832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5A1A8-3260-C65A-A0EA-6CF05E9DC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73F96-A17C-9221-D638-B36FFD67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BDA5E-6FD9-E75C-1318-B1E7CFCB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58853-46D1-26FB-0E74-60E51FBD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306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4E6E-D6F9-BA60-1C14-9ADEE18B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D5C07-917F-D3CF-C1F2-2AAFE555E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B048D-2F42-5C04-42B0-B1E640920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4EA51-E981-C0CC-2BEA-DBE6ABAD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4E0F8-7CBC-FA67-B7CD-A26FF3AAF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97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F8D2C9-E12A-B92F-F662-A055D0676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79055-AAA8-E5D5-256B-51E54B688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72C05-37AF-D6A1-576F-6EF7397C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7A34-9A33-6295-C141-48546D42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FCB76-9979-EDF5-0FB3-D89387BC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28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CD28B-EEE5-7B50-46B6-5D90E359A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35502-773B-76C1-E76C-E88F0A038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EC385-4428-EB00-25AA-97E07F50C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0B153-0D43-46C8-A9B6-FE4772CB0118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4B2C7-43DB-3780-0064-6A8CC57E7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8B252-0E5C-3A54-A166-D8A95957B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53804-3D2F-4212-B6A2-56582B6AB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26314-B0A4-2728-3878-78B1DF87F6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800" dirty="0"/>
              <a:t>2025 J4S B</a:t>
            </a:r>
            <a:r>
              <a:rPr lang="en-US" altLang="zh-CN" sz="4800" dirty="0" err="1"/>
              <a:t>rief</a:t>
            </a:r>
            <a:br>
              <a:rPr lang="en-US" altLang="zh-CN" dirty="0"/>
            </a:br>
            <a:r>
              <a:rPr lang="en-US" altLang="zh-CN" dirty="0"/>
              <a:t>Moodle Feedback Helper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C4D24-F4BD-6FD2-66A4-3DBF311145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Xia Cui</a:t>
            </a:r>
          </a:p>
        </p:txBody>
      </p:sp>
    </p:spTree>
    <p:extLst>
      <p:ext uri="{BB962C8B-B14F-4D97-AF65-F5344CB8AC3E}">
        <p14:creationId xmlns:p14="http://schemas.microsoft.com/office/powerpoint/2010/main" val="320187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10CC-A7D9-C71C-59DE-F13FFBDC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US" altLang="zh-CN" dirty="0" err="1"/>
              <a:t>est</a:t>
            </a:r>
            <a:r>
              <a:rPr lang="en-US" altLang="zh-CN" dirty="0"/>
              <a:t> 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D0422-5F97-ADC2-28C1-0066ADBD91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allstudents.csv</a:t>
            </a:r>
          </a:p>
          <a:p>
            <a:r>
              <a:rPr lang="en-GB" dirty="0"/>
              <a:t>graded-sheet-partially.csv</a:t>
            </a:r>
          </a:p>
          <a:p>
            <a:r>
              <a:rPr lang="en-GB" dirty="0"/>
              <a:t>submitted-sheet0.csv</a:t>
            </a:r>
          </a:p>
          <a:p>
            <a:r>
              <a:rPr lang="en-GB" dirty="0"/>
              <a:t>submitted-sheet1.csv</a:t>
            </a:r>
          </a:p>
          <a:p>
            <a:r>
              <a:rPr lang="en-GB" dirty="0"/>
              <a:t>generic-feedback.xlsx</a:t>
            </a:r>
          </a:p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80FB15-64DB-3F1B-CB33-493B06CD43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Note</a:t>
            </a:r>
          </a:p>
          <a:p>
            <a:r>
              <a:rPr lang="en-GB" sz="2000" dirty="0"/>
              <a:t>Input may be more csv or xlsx format</a:t>
            </a:r>
          </a:p>
          <a:p>
            <a:r>
              <a:rPr lang="en-GB" sz="2000" dirty="0"/>
              <a:t>Test data is a small fraction, target user may have a list of students over 1000 and need to give splits to over 10 tutors.</a:t>
            </a:r>
          </a:p>
        </p:txBody>
      </p:sp>
    </p:spTree>
    <p:extLst>
      <p:ext uri="{BB962C8B-B14F-4D97-AF65-F5344CB8AC3E}">
        <p14:creationId xmlns:p14="http://schemas.microsoft.com/office/powerpoint/2010/main" val="177513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86EB-08C8-F37C-AABE-6A430CE7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B73A2-F456-8384-6E87-53252BCF3D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Grading sheets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Split students into multiple sheets for multiple markers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Merge grading sheets from multiple markers into graded-sheets</a:t>
            </a:r>
          </a:p>
          <a:p>
            <a:endParaRPr lang="en-GB" dirty="0"/>
          </a:p>
          <a:p>
            <a:r>
              <a:rPr lang="en-GB" sz="1800" dirty="0"/>
              <a:t>Not all students will submit the sheet be marked (1 and 2 may have different size and format)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9F4CB-3CCA-B721-AC75-90F1B6B221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Generic feedback </a:t>
            </a:r>
          </a:p>
          <a:p>
            <a:pPr marL="0" indent="0">
              <a:buNone/>
            </a:pPr>
            <a:r>
              <a:rPr lang="en-GB" sz="1800" dirty="0"/>
              <a:t>While merge the grading sheet to an expected format, it is also expected to fill in the ‘Feedback comment’ with:</a:t>
            </a:r>
          </a:p>
          <a:p>
            <a:pPr marL="342900" indent="-342900">
              <a:buAutoNum type="arabicPeriod"/>
            </a:pPr>
            <a:r>
              <a:rPr lang="en-GB" sz="1800" dirty="0"/>
              <a:t>Pre-defined generic feedbacks by marks</a:t>
            </a:r>
          </a:p>
          <a:p>
            <a:pPr marL="342900" indent="-342900">
              <a:buAutoNum type="arabicPeriod"/>
            </a:pPr>
            <a:r>
              <a:rPr lang="en-GB" sz="1800" dirty="0"/>
              <a:t>Let user select one from multiple feedbacks</a:t>
            </a:r>
          </a:p>
          <a:p>
            <a:pPr marL="342900" indent="-342900">
              <a:buAutoNum type="arabicPeriod"/>
            </a:pPr>
            <a:r>
              <a:rPr lang="en-GB" sz="1800" dirty="0"/>
              <a:t>Write individual feedback</a:t>
            </a:r>
          </a:p>
        </p:txBody>
      </p:sp>
    </p:spTree>
    <p:extLst>
      <p:ext uri="{BB962C8B-B14F-4D97-AF65-F5344CB8AC3E}">
        <p14:creationId xmlns:p14="http://schemas.microsoft.com/office/powerpoint/2010/main" val="14481690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c17cc741-9c07-4a47-9eaf-4003297956b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144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2025 J4S Brief Moodle Feedback Helper</vt:lpstr>
      <vt:lpstr>Test Data</vt:lpstr>
      <vt:lpstr>Functionality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 Cui</dc:creator>
  <cp:lastModifiedBy>Xia Cui</cp:lastModifiedBy>
  <cp:revision>2</cp:revision>
  <dcterms:created xsi:type="dcterms:W3CDTF">2025-05-25T22:55:41Z</dcterms:created>
  <dcterms:modified xsi:type="dcterms:W3CDTF">2025-05-27T09:40:09Z</dcterms:modified>
</cp:coreProperties>
</file>